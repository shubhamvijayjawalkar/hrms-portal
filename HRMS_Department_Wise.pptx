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HRMS Department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CBD5E1"/>
                </a:solidFill>
              </a:defRPr>
            </a:pPr>
            <a:r>
              <a:t>Human Resource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BD5E1"/>
                </a:solidFill>
              </a:defRPr>
            </a:pPr>
            <a:r>
              <a:t>All Modules Organized by Department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</a:defRPr>
            </a:pPr>
            <a:r>
              <a:t>Generated: July 07,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Departments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E293B"/>
                </a:solidFill>
              </a:defRPr>
            </a:pPr>
            <a:r>
              <a:t>  01.  Core &amp; Authentication</a:t>
            </a:r>
            <a:br/>
            <a:r>
              <a:t>  02.  Admin Dashboard</a:t>
            </a:r>
            <a:br/>
            <a:r>
              <a:t>  03.  Employee Dashboard</a:t>
            </a:r>
            <a:br/>
            <a:r>
              <a:t>  04.  HR Administration</a:t>
            </a:r>
            <a:br/>
            <a:r>
              <a:t>  05.  Leave &amp; Attendance</a:t>
            </a:r>
            <a:br/>
            <a:r>
              <a:t>  06.  Asset Management</a:t>
            </a:r>
            <a:br/>
            <a:r>
              <a:t>  07.  Recruitment (ATS)</a:t>
            </a:r>
            <a:br/>
            <a:r>
              <a:t>  08.  Onboarding &amp; Offboarding</a:t>
            </a:r>
            <a:br/>
            <a:r>
              <a:t>  09.  Payroll</a:t>
            </a:r>
            <a:br/>
            <a:r>
              <a:t>  10.  Performance Management</a:t>
            </a:r>
            <a:br/>
            <a:r>
              <a:t>  11.  Expense Management</a:t>
            </a:r>
            <a:br/>
            <a:r>
              <a:t>  12.  Help Desk</a:t>
            </a:r>
            <a:br/>
            <a:r>
              <a:t>  13.  Document Management</a:t>
            </a:r>
            <a:br/>
            <a:r>
              <a:t>  14.  Employee Self-Service</a:t>
            </a:r>
            <a:br/>
            <a:r>
              <a:t>  15.  Analytics &amp; Reports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C3A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Core &amp; Authentication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</a:defRPr>
            </a:pPr>
            <a:r>
              <a:t>Login, sessions, and access control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Login Page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Employee login with credentials table showing all users and their passwords (pass123).</a:t>
            </a:r>
          </a:p>
        </p:txBody>
      </p:sp>
      <p:pic>
        <p:nvPicPr>
          <p:cNvPr id="5" name="Picture 4" descr="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37360"/>
            <a:ext cx="1161288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91B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Admin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</a:defRPr>
            </a:pPr>
            <a:r>
              <a:t>Real-time monitoring, module grid, agent productivity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Admin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Real-time break monitoring dashboard with employee metrics, online status, and active breaks.</a:t>
            </a:r>
          </a:p>
        </p:txBody>
      </p:sp>
      <p:pic>
        <p:nvPicPr>
          <p:cNvPr id="5" name="Picture 4" descr="admin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37360"/>
            <a:ext cx="1161288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Admin Dashboard Agent Productivity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Live monitoring, dispose breaks, break summary tables with 5s auto-refresh.</a:t>
            </a:r>
          </a:p>
        </p:txBody>
      </p:sp>
      <p:pic>
        <p:nvPicPr>
          <p:cNvPr id="5" name="Picture 4" descr="admin_dashboard_produc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37360"/>
            <a:ext cx="1161288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966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Employee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</a:defRPr>
            </a:pPr>
            <a:r>
              <a:t>Self-service home with module cards, breaks, activity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User Dashboard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Module cards grid: Leaves, Regularization, Goals, Expenses, Tickets, Documents, Profile.</a:t>
            </a:r>
          </a:p>
        </p:txBody>
      </p:sp>
      <p:pic>
        <p:nvPicPr>
          <p:cNvPr id="5" name="Picture 4" descr="user_dashboard_modu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37360"/>
            <a:ext cx="1161288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User Dashboard Breaks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Start/end breaks, active break timer, today break history.</a:t>
            </a:r>
          </a:p>
        </p:txBody>
      </p:sp>
      <p:pic>
        <p:nvPicPr>
          <p:cNvPr id="5" name="Picture 4" descr="user_dashboard_brea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37360"/>
            <a:ext cx="1161288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User Dashboard My 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Login sessions, upcoming holidays, notifications panel.</a:t>
            </a:r>
          </a:p>
        </p:txBody>
      </p:sp>
      <p:pic>
        <p:nvPicPr>
          <p:cNvPr id="5" name="Picture 4" descr="user_dashboard_ac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37360"/>
            <a:ext cx="1161288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C2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HR Administration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</a:defRPr>
            </a:pPr>
            <a:r>
              <a:t>Employee master, org structure, holidays, import, audit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Employee Master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User management with department, designation, phone, DOB, DOJ, address, emergency contacts.</a:t>
            </a:r>
          </a:p>
        </p:txBody>
      </p:sp>
      <p:pic>
        <p:nvPicPr>
          <p:cNvPr id="5" name="Picture 4" descr="admin_us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37360"/>
            <a:ext cx="1161288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Organisation Chart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Hierarchical org tree built from manager_emp_id relationships.</a:t>
            </a:r>
          </a:p>
        </p:txBody>
      </p:sp>
      <p:pic>
        <p:nvPicPr>
          <p:cNvPr id="5" name="Picture 4" descr="org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37360"/>
            <a:ext cx="1161288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Holiday Calendar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CRUD for company holidays with National/Optional types.</a:t>
            </a:r>
          </a:p>
        </p:txBody>
      </p:sp>
      <p:pic>
        <p:nvPicPr>
          <p:cNvPr id="5" name="Picture 4" descr="holiday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37360"/>
            <a:ext cx="1161288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CSV Import Wizard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Drag-and-drop employee import with sample CSV download.</a:t>
            </a:r>
          </a:p>
        </p:txBody>
      </p:sp>
      <p:pic>
        <p:nvPicPr>
          <p:cNvPr id="5" name="Picture 4" descr="import_us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37360"/>
            <a:ext cx="1161288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Audit 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Track all user actions with pagination (LOGIN, LEAVE_APPLY, USER_CREATE, etc.).</a:t>
            </a:r>
          </a:p>
        </p:txBody>
      </p:sp>
      <p:pic>
        <p:nvPicPr>
          <p:cNvPr id="5" name="Picture 4" descr="aud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37360"/>
            <a:ext cx="1161288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Reports &amp; Export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Date-range reports with CSV/Excel export and employee efficiency metrics.</a:t>
            </a:r>
          </a:p>
        </p:txBody>
      </p:sp>
      <p:pic>
        <p:nvPicPr>
          <p:cNvPr id="5" name="Picture 4" descr="repo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37360"/>
            <a:ext cx="1161288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948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Leave &amp; Attendance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</a:defRPr>
            </a:pPr>
            <a:r>
              <a:t>Leave applications, balance tracking, regularization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Leave Management (Employee)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Apply for leave, view balance, track approval status with real-time notifications.</a:t>
            </a:r>
          </a:p>
        </p:txBody>
      </p:sp>
      <p:pic>
        <p:nvPicPr>
          <p:cNvPr id="5" name="Picture 4" descr="lea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37360"/>
            <a:ext cx="1161288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Regularization (Employee)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Submit attendance regularization requests for missing or incorrect logs.</a:t>
            </a:r>
          </a:p>
        </p:txBody>
      </p:sp>
      <p:pic>
        <p:nvPicPr>
          <p:cNvPr id="5" name="Picture 4" descr="regular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37360"/>
            <a:ext cx="1161288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11D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Asset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</a:defRPr>
            </a:pPr>
            <a:r>
              <a:t>Issue, track, and return company assets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Asset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Issue, track, and return company assets (laptops, monitors, phones).</a:t>
            </a:r>
          </a:p>
        </p:txBody>
      </p:sp>
      <p:pic>
        <p:nvPicPr>
          <p:cNvPr id="5" name="Picture 4" descr="asse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37360"/>
            <a:ext cx="1161288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84C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Recruitment (ATS)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</a:defRPr>
            </a:pPr>
            <a:r>
              <a:t>Jobs, candidates, hiring pipeline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Job Postings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Create and manage job openings with department, location, and status.</a:t>
            </a:r>
          </a:p>
        </p:txBody>
      </p:sp>
      <p:pic>
        <p:nvPicPr>
          <p:cNvPr id="5" name="Picture 4" descr="job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37360"/>
            <a:ext cx="1161288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Candidate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Track candidates through hiring pipeline: Applied Screened Interviewed Offered Hired.</a:t>
            </a:r>
          </a:p>
        </p:txBody>
      </p:sp>
      <p:pic>
        <p:nvPicPr>
          <p:cNvPr id="5" name="Picture 4" descr="candid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37360"/>
            <a:ext cx="1161288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5A3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Onboarding &amp; Offboarding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</a:defRPr>
            </a:pPr>
            <a:r>
              <a:t>New-hire tasks and exit process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Onboarding (Employee)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View assigned onboarding tasks with status tracking.</a:t>
            </a:r>
          </a:p>
        </p:txBody>
      </p:sp>
      <p:pic>
        <p:nvPicPr>
          <p:cNvPr id="5" name="Picture 4" descr="onboar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37360"/>
            <a:ext cx="1161288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36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Payroll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</a:defRPr>
            </a:pPr>
            <a:r>
              <a:t>Salary structures, payroll runs, deductions (PF/ESI/PT)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Payroll Runs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Monthly payroll generation with auto-calculated PF, ESI, PT deductions.</a:t>
            </a:r>
          </a:p>
        </p:txBody>
      </p:sp>
      <p:pic>
        <p:nvPicPr>
          <p:cNvPr id="5" name="Picture 4" descr="payro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37360"/>
            <a:ext cx="1161288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Salary Structures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Configure employee salary components: Basic, HRA, Allowances, Deductions.</a:t>
            </a:r>
          </a:p>
        </p:txBody>
      </p:sp>
      <p:pic>
        <p:nvPicPr>
          <p:cNvPr id="5" name="Picture 4" descr="sal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37360"/>
            <a:ext cx="1161288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977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Performance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</a:defRPr>
            </a:pPr>
            <a:r>
              <a:t>Goals, reviews, ratings, 360 feedback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Performance Goals (Admin)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Set and rate employee goals/KRAs with weight and 1-5 star ratings.</a:t>
            </a:r>
          </a:p>
        </p:txBody>
      </p:sp>
      <p:pic>
        <p:nvPicPr>
          <p:cNvPr id="5" name="Picture 4" descr="go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37360"/>
            <a:ext cx="1161288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Performance Reviews (Admin)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Create review cycles, assign reviewers, track submitted ratings.</a:t>
            </a:r>
          </a:p>
        </p:txBody>
      </p:sp>
      <p:pic>
        <p:nvPicPr>
          <p:cNvPr id="5" name="Picture 4" descr="revie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37360"/>
            <a:ext cx="1161288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My Goals (Employee)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Set personal goals and view managerial ratings.</a:t>
            </a:r>
          </a:p>
        </p:txBody>
      </p:sp>
      <p:pic>
        <p:nvPicPr>
          <p:cNvPr id="5" name="Picture 4" descr="my_go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37360"/>
            <a:ext cx="1161288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44BC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Expense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</a:defRPr>
            </a:pPr>
            <a:r>
              <a:t>Claims, approvals, reimbursements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Expense Management (Admin)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Approve/reject employee expense claims with Paid workflow.</a:t>
            </a:r>
          </a:p>
        </p:txBody>
      </p:sp>
      <p:pic>
        <p:nvPicPr>
          <p:cNvPr id="5" name="Picture 4" descr="expenses_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37360"/>
            <a:ext cx="1161288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My Expenses (Employee)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Submit expense claims with category and amount.</a:t>
            </a:r>
          </a:p>
        </p:txBody>
      </p:sp>
      <p:pic>
        <p:nvPicPr>
          <p:cNvPr id="5" name="Picture 4" descr="expenses_e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37360"/>
            <a:ext cx="1161288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78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Help Desk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</a:defRPr>
            </a:pPr>
            <a:r>
              <a:t>Tickets, comments, assignments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Help Desk (Admin)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Manage support tickets with comments, priority, status tracking, and assignment.</a:t>
            </a:r>
          </a:p>
        </p:txBody>
      </p:sp>
      <p:pic>
        <p:nvPicPr>
          <p:cNvPr id="5" name="Picture 4" descr="tickets_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37360"/>
            <a:ext cx="1161288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My Tickets (Employee)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Create and track support tickets.</a:t>
            </a:r>
          </a:p>
        </p:txBody>
      </p:sp>
      <p:pic>
        <p:nvPicPr>
          <p:cNvPr id="5" name="Picture 4" descr="tickets_e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37360"/>
            <a:ext cx="1161288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91D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Document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</a:defRPr>
            </a:pPr>
            <a:r>
              <a:t>Upload, download, manage employee documents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Document Manager (Admin)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Upload, download, and manage employee documents with categories.</a:t>
            </a:r>
          </a:p>
        </p:txBody>
      </p:sp>
      <p:pic>
        <p:nvPicPr>
          <p:cNvPr id="5" name="Picture 4" descr="documents_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37360"/>
            <a:ext cx="1161288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My Documents (Employee)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Upload and manage personal documents.</a:t>
            </a:r>
          </a:p>
        </p:txBody>
      </p:sp>
      <p:pic>
        <p:nvPicPr>
          <p:cNvPr id="5" name="Picture 4" descr="documents_e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37360"/>
            <a:ext cx="1161288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36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Employee Self-Service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</a:defRPr>
            </a:pPr>
            <a:r>
              <a:t>Profile, dependents, emergency contacts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Employee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View/edit personal details, emergency contacts, and dependents.</a:t>
            </a:r>
          </a:p>
        </p:txBody>
      </p:sp>
      <p:pic>
        <p:nvPicPr>
          <p:cNvPr id="5" name="Picture 4" descr="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37360"/>
            <a:ext cx="1161288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5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Analytics &amp; Reports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</a:defRPr>
            </a:pPr>
            <a:r>
              <a:t>Charts, attrition risk, data export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Advanced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Dashboard with 4 Chart.js charts: headcount, leave trends, expenses, performance + attrition risk.</a:t>
            </a:r>
          </a:p>
        </p:txBody>
      </p:sp>
      <p:pic>
        <p:nvPicPr>
          <p:cNvPr id="5" name="Picture 4" descr="analy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37360"/>
            <a:ext cx="1161288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CBD5E1"/>
                </a:solidFill>
              </a:defRPr>
            </a:pPr>
            <a:r>
              <a:t>HRMS Complete HR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</a:defRPr>
            </a:pPr>
            <a:r>
              <a:t>Generated 2026-07-07 22:13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